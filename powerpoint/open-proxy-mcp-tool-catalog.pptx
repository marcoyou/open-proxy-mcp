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2558-gq7s58ce3k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2834-fxnwpq016a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3108-b820vkoqhj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3381-h3gpp3h601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3657-0n5iolvb8zj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3933-rvta1r5pu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4209-jhao5t7hh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4462-hgcoinxps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4736-qmrzj4v4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5014-pi84oqzvdj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5278-ljbwmwpjv6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5543-96g1b1fymy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5806-v3vgyf2w4y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6083-fg70leq1x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6358-fdksjx1m6z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6623-qbyp7nbmxj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6880-xlwfsheqh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7163-03j78bpaxu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7441-08hk6zryp3b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7715-ctcvg77kd0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8001-qbl4393hw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8289-pwpd89s7z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52/m7zg7fq51z5fffm_51dmrnn40000gn/T/slide-1778712508551-gi4jccxjq0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2026-05-13T22:48:28Z</dcterms:created>
  <dcterms:modified xsi:type="dcterms:W3CDTF">2026-05-13T22:48:28Z</dcterms:modified>
</cp:coreProperties>
</file>